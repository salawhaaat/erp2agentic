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</a:rPr>
              <a:t>MODULE 2  ·  THE AUTOMATION LADDER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Sweetgreen: RPA-Candidate Scan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286000" cy="0"/>
          </a:xfrm>
          <a:prstGeom prst="line">
            <a:avLst/>
          </a:prstGeom>
          <a:noFill/>
          <a:ln w="38100">
            <a:solidFill>
              <a:srgbClr val="7E2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6FE"/>
                </a:solidFill>
              </a:rPr>
              <a:t>Automate the rule, route the exception — where a bot belongs on Sweetgreen's order-and-payment 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IE-GY 9113B · Systems Integration: From ERP to Agentic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Week 4 · Board Memo §4 (Automation Journey) · Storyboard S6 · Milestone 1: Diagnose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22CE"/>
                </a:solidFill>
              </a:rPr>
              <a:t>BREAKOUT 1  ·  THE MAP, TAGGED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Where each step actually belongs</a:t>
            </a:r>
            <a:endParaRPr lang="en-US" sz="2600" dirty="0"/>
          </a:p>
        </p:txBody>
      </p:sp>
      <p:pic>
        <p:nvPicPr>
          <p:cNvPr id="4" name="Image 0" descr="/Users/salauatkakimzanov/Desktop/Uni/ERP-to-Agentic/wiki/project/diagrams/assets/Order-and-Payment-Swim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74552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IE-GY 9113B  ·  Systems Integration  ·  Week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22CE"/>
                </a:solidFill>
              </a:rPr>
              <a:t>BREAKOUT 2  ·  RUN THE THREE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Two candidates, two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Repetitive + rules-based + stable, or it isn't a candidate. Both of Sweetgreen's diagnostic points from Lab 1 pass — into different tools.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FF3D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64792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</a:rPr>
              <a:t>D2 — Feasible? (live vs. cached availability)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4992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→ RPA · Lab 2 (Make)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4992624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Repetitive: every order passes through it. Rules-based: approve when live and cached availability agree and the customization is supported, else hold — a complete rule once the freshness gate is folded in. Stable: the rule and its two source systems (Olo, Crunchtime) don't change often.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Thread: Operations &amp; Supply Chain, primarily — also touches Cash (fewer wrongly-accepted orders) and Customer (fewer holds).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Prize: 6 of 30 synthetic orders (20%) hit the mismatch and enter exception recovery — $44 modeled exposure, 18.7 min late on average.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Unattended on the routine path; the human stays at the exception queue, every time the gate disagrees.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577840" cy="4572000"/>
          </a:xfrm>
          <a:prstGeom prst="roundRect">
            <a:avLst>
              <a:gd name="adj" fmla="val 12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764792"/>
            <a:ext cx="5175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22CE"/>
                </a:solidFill>
              </a:rPr>
              <a:t>D3 — Recovery agreed? (staff assess options)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7648" y="2075688"/>
            <a:ext cx="5175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→ AI agent · Lab 3, Week 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7648" y="2331720"/>
            <a:ext cx="5175504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Repetitive: every exception reaches it. Rules-based: no — two reasonable staff members could offer different resolutions to the same customer; depends on urgency, prep ETA, and consent. Fails the rules test outright.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This is the judgment step: an assistant can recommend a recovery option for manager review, but it can't make the customer's choice.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Not this week's build target — previewed now, built in Lab 3 once intelligent automation (Week 7) and agent design (Week 8) are covered.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IE-GY 9113B  ·  Systems Integration  ·  Week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22CE"/>
                </a:solidFill>
              </a:rPr>
              <a:t>HONEST REJECTIONS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What we rejected, and why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 scan that only says yes hasn't done the diagnostic work. Three steps, three different reasons to say 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417320"/>
          </a:xfrm>
          <a:prstGeom prst="roundRect">
            <a:avLst>
              <a:gd name="adj" fmla="val 3226"/>
            </a:avLst>
          </a:prstGeom>
          <a:solidFill>
            <a:srgbClr val="FDE8E8"/>
          </a:solidFill>
          <a:ln w="6350">
            <a:solidFill>
              <a:srgbClr val="F1B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</a:rPr>
              <a:t>D1 — Order acceptance beyond payment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1671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Repetitive and probably stable, but the map doesn't yet state the full acceptance rule. Automating an underspecified rule risks locking in an implicit policy — a mapping gap, not an automation call yet.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1274552" cy="1417320"/>
          </a:xfrm>
          <a:prstGeom prst="roundRect">
            <a:avLst>
              <a:gd name="adj" fmla="val 3226"/>
            </a:avLst>
          </a:prstGeom>
          <a:solidFill>
            <a:srgbClr val="FDE8E8"/>
          </a:solidFill>
          <a:ln w="6350">
            <a:solidFill>
              <a:srgbClr val="F1B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</a:rPr>
              <a:t>Quality gate — does the meal match the order?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37673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Passes the rules test on paper, but fails the RPA pattern itself: the input is a physical, visually verified meal, not screen-readable system data. Kept as a routing decision, not elevated to a control point.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892040"/>
            <a:ext cx="11274552" cy="1417320"/>
          </a:xfrm>
          <a:prstGeom prst="roundRect">
            <a:avLst>
              <a:gd name="adj" fmla="val 3226"/>
            </a:avLst>
          </a:prstGeom>
          <a:solidFill>
            <a:srgbClr val="FDE8E8"/>
          </a:solidFill>
          <a:ln w="6350">
            <a:solidFill>
              <a:srgbClr val="F1B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</a:rPr>
              <a:t>The stock-accuracy root cause behind the mismatch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53675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Automating around a stale cache (checking it faster) would pave the cow path. The fix is closing the sync gap between Olo and Crunchtime — a redesign question, not an RPA question.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IE-GY 9113B  ·  Systems Integration  ·  Week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E22CE"/>
                </a:solidFill>
              </a:rPr>
              <a:t>BREAKOUT 3  ·  COST IT, AND GOVERN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D2, costed and governed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291840" cy="1737360"/>
          </a:xfrm>
          <a:prstGeom prst="roundRect">
            <a:avLst>
              <a:gd name="adj" fmla="val 3158"/>
            </a:avLst>
          </a:prstGeom>
          <a:solidFill>
            <a:srgbClr val="2A11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~10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6FE"/>
                </a:solidFill>
              </a:rPr>
              <a:t>staff-hours a day, order of magnitude, at an assumed 300 orders/store/day and a 20% mismatch rate — not sourced, validate before board use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31920" y="1325880"/>
            <a:ext cx="777240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3088" y="1490472"/>
            <a:ext cx="7370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1C87"/>
                </a:solidFill>
              </a:rPr>
              <a:t>The number, order-of-magnitude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33088" y="1801368"/>
            <a:ext cx="737006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10 min manual reconciliation per affected order (60 min / 6 orders in the 30-order sandbox). Labor-removed side of payback; the Make build + licence side is Lab 2's number, not yet known. This is a shape, not a commitment — validate against real per-store volume and mismatch rates.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410712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Attended or unattended?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721608"/>
            <a:ext cx="4992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Unattended, with a human checkpoint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977640"/>
            <a:ext cx="499262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Unattended on the routine path — no human needed when live and cached availability agree. The human stays exactly where the map already routes them: at the exception queue, every time the gate disagrees. Not case-by-case on the happy path — every time on the path that needs judgment.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246120"/>
            <a:ext cx="5577840" cy="2926080"/>
          </a:xfrm>
          <a:prstGeom prst="roundRect">
            <a:avLst>
              <a:gd name="adj" fmla="val 1875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3410712"/>
            <a:ext cx="5175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Human oversight &amp; workforce note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3721608"/>
            <a:ext cx="5175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 narrower claim than “redeployment”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7648" y="3977640"/>
            <a:ext cx="517550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Every freshness disagreement routes to a person, never auto-resolved — guessing which source is right is exactly the silent-wrong-answer risk a confident bot creates.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This candidate removes a manual copy-and-compare check, not a role. Freed minutes return to staff already doing exception handling. A fuller workforce answer, as automation scales past this one candidate, is Board Memo §7's job.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IE-GY 9113B  ·  Systems Integration  ·  Week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B5FD"/>
                </a:solidFill>
              </a:rPr>
              <a:t>WHERE THIS LANDS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scan is the argument.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build is Lab 2.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Board Memo §4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9FE"/>
                </a:solidFill>
              </a:rPr>
              <a:t>Automation Journey — this scan is the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Slide S6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3310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9FE"/>
                </a:solidFill>
              </a:rPr>
              <a:t>Automation-opportunity slide, still inside Milestone 1: Diagnose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770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Lab 2, Week 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387705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9FE"/>
                </a:solidFill>
              </a:rPr>
              <a:t>Build the D2 freshness-and-feasibility gate in Make, then break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439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</a:rPr>
              <a:t>Lab 3, Week 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444398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9FE"/>
                </a:solidFill>
              </a:rPr>
              <a:t>Build the D3 recovery-assist agent, previewed here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905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40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5FD"/>
                </a:solidFill>
              </a:rPr>
              <a:t>Full detail: wiki/project/RPA-Candidate-Scan-Sweetgreen.md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2026-09-25T13:38:10Z</dcterms:created>
  <dcterms:modified xsi:type="dcterms:W3CDTF">2026-09-25T13:38:10Z</dcterms:modified>
</cp:coreProperties>
</file>